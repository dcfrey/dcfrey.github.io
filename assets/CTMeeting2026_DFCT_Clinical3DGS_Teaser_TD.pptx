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4" r:id="rId2"/>
    <p:sldMasterId id="2147483670" r:id="rId3"/>
  </p:sldMasterIdLst>
  <p:sldIdLst>
    <p:sldId id="256" r:id="rId4"/>
  </p:sldIdLst>
  <p:sldSz cx="43891200" cy="32918400"/>
  <p:notesSz cx="6858000" cy="9144000"/>
  <p:defaultTextStyle>
    <a:defPPr>
      <a:defRPr lang="en-US"/>
    </a:defPPr>
    <a:lvl1pPr marL="0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1pPr>
    <a:lvl2pPr marL="2197463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2pPr>
    <a:lvl3pPr marL="4394924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3pPr>
    <a:lvl4pPr marL="6592387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4pPr>
    <a:lvl5pPr marL="8789849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5pPr>
    <a:lvl6pPr marL="10987312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6pPr>
    <a:lvl7pPr marL="13184775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7pPr>
    <a:lvl8pPr marL="15382237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8pPr>
    <a:lvl9pPr marL="17579700" algn="l" defTabSz="2197463" rtl="0" eaLnBrk="1" latinLnBrk="0" hangingPunct="1">
      <a:defRPr sz="86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13" userDrawn="1">
          <p15:clr>
            <a:srgbClr val="A4A3A4"/>
          </p15:clr>
        </p15:guide>
        <p15:guide id="2" orient="horz" pos="3943" userDrawn="1">
          <p15:clr>
            <a:srgbClr val="A4A3A4"/>
          </p15:clr>
        </p15:guide>
        <p15:guide id="3" orient="horz" pos="10368" userDrawn="1">
          <p15:clr>
            <a:srgbClr val="A4A3A4"/>
          </p15:clr>
        </p15:guide>
        <p15:guide id="4" orient="horz" pos="19825" userDrawn="1">
          <p15:clr>
            <a:srgbClr val="A4A3A4"/>
          </p15:clr>
        </p15:guide>
        <p15:guide id="5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B3D5C"/>
    <a:srgbClr val="F2F2F2"/>
    <a:srgbClr val="0D1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70" autoAdjust="0"/>
    <p:restoredTop sz="95859"/>
  </p:normalViewPr>
  <p:slideViewPr>
    <p:cSldViewPr snapToGrid="0" snapToObjects="1">
      <p:cViewPr>
        <p:scale>
          <a:sx n="17" d="100"/>
          <a:sy n="17" d="100"/>
        </p:scale>
        <p:origin x="2448" y="784"/>
      </p:cViewPr>
      <p:guideLst>
        <p:guide orient="horz" pos="11113"/>
        <p:guide orient="horz" pos="3943"/>
        <p:guide orient="horz" pos="10368"/>
        <p:guide orient="horz" pos="19825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 - Title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1077885" y="7668162"/>
            <a:ext cx="20339824" cy="1008109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746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1077885" y="19093926"/>
            <a:ext cx="20339824" cy="1266848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2483584" y="19872488"/>
            <a:ext cx="20339824" cy="605879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2483584" y="27275956"/>
            <a:ext cx="20339824" cy="449868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22483584" y="7632838"/>
            <a:ext cx="20339824" cy="1087098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1099749" y="6288159"/>
            <a:ext cx="20339824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2483584" y="18527807"/>
            <a:ext cx="20339824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1077885" y="17749249"/>
            <a:ext cx="20339824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2483584" y="25931277"/>
            <a:ext cx="20339824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22451630" y="6251683"/>
            <a:ext cx="20339824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F199AD4-0EA3-4BDC-ABE9-9A14813CB5AF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4C77B9B-CD55-4E57-8C58-3E04168689E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43831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1077885" y="7561141"/>
            <a:ext cx="20339824" cy="1012457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1077885" y="19093926"/>
            <a:ext cx="20339824" cy="1255838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3279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marL="0" lvl="0" indent="0" algn="l" defTabSz="1957580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2483584" y="19027340"/>
            <a:ext cx="20339824" cy="5960235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2483584" y="26332250"/>
            <a:ext cx="20339824" cy="532005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22483584" y="7627729"/>
            <a:ext cx="20339824" cy="10121524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3279" baseline="0" dirty="0"/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1099749" y="6216464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2483584" y="17725292"/>
            <a:ext cx="20339824" cy="130509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1077885" y="17749249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2483584" y="24987575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22483584" y="6283050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AC357BC-3AFB-405E-8FF3-D0A360D24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688D7C6-04D9-4D5D-9A5D-29B370F569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44FF322-D47D-4464-B844-DC743414E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BF36419-B598-4BAC-9441-AC9678FB940D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614E4B8E-EDA0-4700-AA17-99D058D6D8F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  <p:sp>
        <p:nvSpPr>
          <p:cNvPr id="25" name="Content Placeholder 27">
            <a:extLst>
              <a:ext uri="{FF2B5EF4-FFF2-40B4-BE49-F238E27FC236}">
                <a16:creationId xmlns:a16="http://schemas.microsoft.com/office/drawing/2014/main" id="{AF3A7DDC-C6B0-45AF-AAF3-27739BCDD0D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99749" y="7561141"/>
            <a:ext cx="20339824" cy="1012457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5D2F364-58F5-4530-922B-C29F522E37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21617" y="6216464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A9D9DDBF-5718-4374-8291-5B313DD9D51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077885" y="19009453"/>
            <a:ext cx="20339824" cy="12558386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3279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marL="0" lvl="0" indent="0" algn="l" defTabSz="1957580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33" name="Content Placeholder 27">
            <a:extLst>
              <a:ext uri="{FF2B5EF4-FFF2-40B4-BE49-F238E27FC236}">
                <a16:creationId xmlns:a16="http://schemas.microsoft.com/office/drawing/2014/main" id="{0AE30B2E-9829-4C57-B1CC-8642CCFAC05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2483584" y="26247780"/>
            <a:ext cx="20339824" cy="5320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3E552215-CE29-4E31-BDBA-E6B2DD9F1C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885" y="17664777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8" name="Content Placeholder 27">
            <a:extLst>
              <a:ext uri="{FF2B5EF4-FFF2-40B4-BE49-F238E27FC236}">
                <a16:creationId xmlns:a16="http://schemas.microsoft.com/office/drawing/2014/main" id="{6AC49ADC-426F-40E7-9EA0-CA366354B5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099749" y="7476671"/>
            <a:ext cx="20339824" cy="10124574"/>
          </a:xfrm>
          <a:prstGeom prst="rect">
            <a:avLst/>
          </a:prstGeom>
          <a:noFill/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5A100330-17D1-4724-BABC-D4A5412584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617" y="6131994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8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 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7">
            <a:extLst>
              <a:ext uri="{FF2B5EF4-FFF2-40B4-BE49-F238E27FC236}">
                <a16:creationId xmlns:a16="http://schemas.microsoft.com/office/drawing/2014/main" id="{5825B0F0-C23C-450A-AA7E-6EA5D474E4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77885" y="7596467"/>
            <a:ext cx="20339824" cy="100892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0" name="Content Placeholder 27">
            <a:extLst>
              <a:ext uri="{FF2B5EF4-FFF2-40B4-BE49-F238E27FC236}">
                <a16:creationId xmlns:a16="http://schemas.microsoft.com/office/drawing/2014/main" id="{CD267344-8A0E-459F-995C-42E287C57EC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77885" y="19093926"/>
            <a:ext cx="20339824" cy="125583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3279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marL="0" lvl="0" indent="0" algn="l" defTabSz="1957580" rtl="0" eaLnBrk="1" latinLnBrk="0" hangingPunct="1">
              <a:spcBef>
                <a:spcPct val="20000"/>
              </a:spcBef>
              <a:buFont typeface="Arial"/>
              <a:buNone/>
            </a:pPr>
            <a:endParaRPr lang="en-US" dirty="0"/>
          </a:p>
        </p:txBody>
      </p:sp>
      <p:sp>
        <p:nvSpPr>
          <p:cNvPr id="25" name="Content Placeholder 27">
            <a:extLst>
              <a:ext uri="{FF2B5EF4-FFF2-40B4-BE49-F238E27FC236}">
                <a16:creationId xmlns:a16="http://schemas.microsoft.com/office/drawing/2014/main" id="{28E4321A-7495-40D7-9A70-80FD19E10C1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2483584" y="19027340"/>
            <a:ext cx="20339824" cy="59602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7" name="Content Placeholder 27">
            <a:extLst>
              <a:ext uri="{FF2B5EF4-FFF2-40B4-BE49-F238E27FC236}">
                <a16:creationId xmlns:a16="http://schemas.microsoft.com/office/drawing/2014/main" id="{E7B63C5F-DD9D-48D9-B23A-67B836F924E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2483584" y="26208745"/>
            <a:ext cx="20339824" cy="5443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F5CCA8A4-6409-49AE-8C39-0D34D656D90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2483584" y="7688604"/>
            <a:ext cx="20339824" cy="100606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3279" baseline="0" dirty="0"/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1099749" y="6343928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2483584" y="17725292"/>
            <a:ext cx="20339824" cy="130509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1077885" y="17749249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2483584" y="24864070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22483584" y="6322453"/>
            <a:ext cx="20339824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AC357BC-3AFB-405E-8FF3-D0A360D24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688D7C6-04D9-4D5D-9A5D-29B370F569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44FF322-D47D-4464-B844-DC743414E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BF36419-B598-4BAC-9441-AC9678FB940D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0321715D-A502-427D-9EBD-6E52C2C2C4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55167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495718" y="7800665"/>
            <a:ext cx="13916722" cy="989950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79" baseline="0"/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495718" y="19093926"/>
            <a:ext cx="13916722" cy="1255838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9441946" y="7690559"/>
            <a:ext cx="13916722" cy="1482471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9441946" y="23859957"/>
            <a:ext cx="13916722" cy="779235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marR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79" baseline="0"/>
            </a:lvl1pPr>
          </a:lstStyle>
          <a:p>
            <a:pPr marL="0" marR="0" lvl="0" indent="0" algn="l" defTabSz="19575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79" dirty="0"/>
              <a:t>Insert content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4987241" y="7690565"/>
            <a:ext cx="13916722" cy="2396174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95718" y="6420920"/>
            <a:ext cx="13916722" cy="1379747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9441946" y="6345884"/>
            <a:ext cx="13916722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95718" y="17749249"/>
            <a:ext cx="13916722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9441946" y="22515278"/>
            <a:ext cx="13916722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4987241" y="6345884"/>
            <a:ext cx="13916722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AB56EBE-9A76-4879-9A8F-1F0004C1CF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93100B7-D37F-4DA6-A959-BA63676AA1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EF7C14D8-C7DB-4BA5-9BB7-B842DD9823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04ECFF3-5172-463E-9D42-1DBDE02CC395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5383199F-A253-4076-8318-EEA9E9C8BC6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183002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495718" y="7820080"/>
            <a:ext cx="13916722" cy="98800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3279" baseline="0" dirty="0"/>
            </a:lvl1pPr>
          </a:lstStyle>
          <a:p>
            <a:pPr marL="0" lvl="0" indent="0">
              <a:buNone/>
            </a:pPr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2" name="Content Placeholder 27"/>
          <p:cNvSpPr>
            <a:spLocks noGrp="1"/>
          </p:cNvSpPr>
          <p:nvPr>
            <p:ph sz="quarter" idx="18" hasCustomPrompt="1"/>
          </p:nvPr>
        </p:nvSpPr>
        <p:spPr>
          <a:xfrm>
            <a:off x="495718" y="19093926"/>
            <a:ext cx="13916722" cy="12558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3279" baseline="0" dirty="0"/>
            </a:lvl1pPr>
          </a:lstStyle>
          <a:p>
            <a:pPr marL="0" lvl="0" indent="0">
              <a:buNone/>
            </a:pPr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9441946" y="7820078"/>
            <a:ext cx="13916722" cy="14793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9498789" y="23933260"/>
            <a:ext cx="13916722" cy="7719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>
              <a:defRPr lang="en-US" sz="3279" baseline="0" dirty="0"/>
            </a:lvl1pPr>
          </a:lstStyle>
          <a:p>
            <a:pPr marL="0" lvl="0" indent="0">
              <a:buNone/>
            </a:pPr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14987241" y="7785006"/>
            <a:ext cx="13916722" cy="23867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95718" y="6440337"/>
            <a:ext cx="13916722" cy="137974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9498789" y="6363512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95718" y="17749249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9441946" y="22613442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4987240" y="6440331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65D7D444-4C65-4FC5-9FB1-0269ABDE32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B38BBDF-0F0F-4E47-97FC-422E8385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04FB266E-5D1A-4CB8-A82A-FE166C9A2F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4C0AACE-7FAE-4F0A-A42E-3333BB7A357B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6FAFC182-8D93-4F95-89B7-206D70F2E08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1076852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9441946" y="7735933"/>
            <a:ext cx="13916722" cy="14779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3" name="Content Placeholder 27">
            <a:extLst>
              <a:ext uri="{FF2B5EF4-FFF2-40B4-BE49-F238E27FC236}">
                <a16:creationId xmlns:a16="http://schemas.microsoft.com/office/drawing/2014/main" id="{CCEF8FDC-3C6B-4F97-9238-7CF4427EBA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4987241" y="7785006"/>
            <a:ext cx="13916722" cy="238673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41" name="Content Placeholder 27">
            <a:extLst>
              <a:ext uri="{FF2B5EF4-FFF2-40B4-BE49-F238E27FC236}">
                <a16:creationId xmlns:a16="http://schemas.microsoft.com/office/drawing/2014/main" id="{DEE20BFA-D855-4417-B561-E81BECEE2D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32538" y="7643789"/>
            <a:ext cx="13859876" cy="10105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42" name="Content Placeholder 27">
            <a:extLst>
              <a:ext uri="{FF2B5EF4-FFF2-40B4-BE49-F238E27FC236}">
                <a16:creationId xmlns:a16="http://schemas.microsoft.com/office/drawing/2014/main" id="{0BC52B3A-BFA9-4C9E-AD7B-F359F818A4CB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2538" y="19093923"/>
            <a:ext cx="13859876" cy="125583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43" name="Content Placeholder 27">
            <a:extLst>
              <a:ext uri="{FF2B5EF4-FFF2-40B4-BE49-F238E27FC236}">
                <a16:creationId xmlns:a16="http://schemas.microsoft.com/office/drawing/2014/main" id="{46C12C71-92A6-4977-8C4D-66473D9AF07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29421918" y="23958119"/>
            <a:ext cx="13859876" cy="76941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95718" y="6391258"/>
            <a:ext cx="13916722" cy="137974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9498789" y="6363512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495718" y="17749249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9441946" y="22613442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14997252" y="6391252"/>
            <a:ext cx="13916722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65D7D444-4C65-4FC5-9FB1-0269ABDE32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B38BBDF-0F0F-4E47-97FC-422E8385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04FB266E-5D1A-4CB8-A82A-FE166C9A2F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FF27704-DDEE-4E57-B687-C7ACF42AEC8F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EEAC00DD-6C56-4F62-B910-8401941C7D6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57359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6127310" y="28513717"/>
            <a:ext cx="16696099" cy="317791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954156" y="7650179"/>
            <a:ext cx="20609781" cy="535107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6127307" y="20029268"/>
            <a:ext cx="16696098" cy="653015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989683" y="20001088"/>
            <a:ext cx="24222786" cy="1158779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22344080" y="7721628"/>
            <a:ext cx="20479324" cy="534749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954156" y="14907653"/>
            <a:ext cx="20609781" cy="321155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22344080" y="14917163"/>
            <a:ext cx="20479324" cy="321155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2B8CCB4-8B31-4EB1-97FB-7D8690B1245E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5017DF69-7C8D-4158-B613-DFB468B83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4158" y="6358976"/>
            <a:ext cx="41869246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3430DEE1-D55D-4096-9627-5E1B8BAB0D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218" y="13572488"/>
            <a:ext cx="41879186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D1DC0CF8-67FF-4BD5-ACCD-3B5E60C9D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4219" y="18684593"/>
            <a:ext cx="24268248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i="0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78372EB6-D4BE-48C5-A125-ACEEC943D2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127307" y="18675083"/>
            <a:ext cx="16696098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0A08ABC9-7C92-43A3-A6B8-8ADFCAEC4F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127307" y="27169042"/>
            <a:ext cx="16696098" cy="1344675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0D1C29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38" name="Bildplatzhalter 5">
            <a:extLst>
              <a:ext uri="{FF2B5EF4-FFF2-40B4-BE49-F238E27FC236}">
                <a16:creationId xmlns:a16="http://schemas.microsoft.com/office/drawing/2014/main" id="{613F02CD-5335-44B9-871F-E617DB870A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008117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8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/Background-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954156" y="7782486"/>
            <a:ext cx="20609781" cy="5218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6118016" y="20029268"/>
            <a:ext cx="16705388" cy="6530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6118017" y="28513717"/>
            <a:ext cx="16705390" cy="3177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954157" y="20103838"/>
            <a:ext cx="24222786" cy="11587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22344080" y="7733796"/>
            <a:ext cx="20479324" cy="5218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954156" y="14907653"/>
            <a:ext cx="20609781" cy="3211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22344080" y="14917163"/>
            <a:ext cx="20479324" cy="3211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54158" y="6358976"/>
            <a:ext cx="41869246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6118017" y="18675083"/>
            <a:ext cx="16705390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44218" y="13572488"/>
            <a:ext cx="41879186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6118017" y="27169042"/>
            <a:ext cx="16705390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944219" y="18684593"/>
            <a:ext cx="24268248" cy="13446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973DF0B-11B5-43CD-9357-99AC592F4D37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19" name="Bildplatzhalter 5">
            <a:extLst>
              <a:ext uri="{FF2B5EF4-FFF2-40B4-BE49-F238E27FC236}">
                <a16:creationId xmlns:a16="http://schemas.microsoft.com/office/drawing/2014/main" id="{7FD9C073-D1A2-499F-A080-5EE296F4C8D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686771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8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/Background- Titl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4" hasCustomPrompt="1"/>
          </p:nvPr>
        </p:nvSpPr>
        <p:spPr>
          <a:xfrm>
            <a:off x="954156" y="7782486"/>
            <a:ext cx="20609781" cy="5218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4" name="Content Placeholder 27"/>
          <p:cNvSpPr>
            <a:spLocks noGrp="1"/>
          </p:cNvSpPr>
          <p:nvPr>
            <p:ph sz="quarter" idx="20" hasCustomPrompt="1"/>
          </p:nvPr>
        </p:nvSpPr>
        <p:spPr>
          <a:xfrm>
            <a:off x="26134680" y="20029268"/>
            <a:ext cx="16845782" cy="6530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6" name="Content Placeholder 27"/>
          <p:cNvSpPr>
            <a:spLocks noGrp="1"/>
          </p:cNvSpPr>
          <p:nvPr>
            <p:ph sz="quarter" idx="22" hasCustomPrompt="1"/>
          </p:nvPr>
        </p:nvSpPr>
        <p:spPr>
          <a:xfrm>
            <a:off x="26168221" y="28513717"/>
            <a:ext cx="16812244" cy="33312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7" name="Content Placeholder 27"/>
          <p:cNvSpPr>
            <a:spLocks noGrp="1"/>
          </p:cNvSpPr>
          <p:nvPr>
            <p:ph sz="quarter" idx="24" hasCustomPrompt="1"/>
          </p:nvPr>
        </p:nvSpPr>
        <p:spPr>
          <a:xfrm>
            <a:off x="989683" y="20103837"/>
            <a:ext cx="24222786" cy="11741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16" name="Content Placeholder 27"/>
          <p:cNvSpPr>
            <a:spLocks noGrp="1"/>
          </p:cNvSpPr>
          <p:nvPr>
            <p:ph sz="quarter" idx="25" hasCustomPrompt="1"/>
          </p:nvPr>
        </p:nvSpPr>
        <p:spPr>
          <a:xfrm>
            <a:off x="22437704" y="7733796"/>
            <a:ext cx="20542761" cy="5218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1" name="Content Placeholder 27"/>
          <p:cNvSpPr>
            <a:spLocks noGrp="1"/>
          </p:cNvSpPr>
          <p:nvPr>
            <p:ph sz="quarter" idx="26" hasCustomPrompt="1"/>
          </p:nvPr>
        </p:nvSpPr>
        <p:spPr>
          <a:xfrm>
            <a:off x="954156" y="14907653"/>
            <a:ext cx="20609781" cy="321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2" name="Content Placeholder 27"/>
          <p:cNvSpPr>
            <a:spLocks noGrp="1"/>
          </p:cNvSpPr>
          <p:nvPr>
            <p:ph sz="quarter" idx="27" hasCustomPrompt="1"/>
          </p:nvPr>
        </p:nvSpPr>
        <p:spPr>
          <a:xfrm>
            <a:off x="22387501" y="14917163"/>
            <a:ext cx="20592963" cy="321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944221" y="6358976"/>
            <a:ext cx="42036245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26134680" y="18675083"/>
            <a:ext cx="16845782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Conclusion</a:t>
            </a:r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44221" y="13482401"/>
            <a:ext cx="42019580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  <p:sp>
        <p:nvSpPr>
          <p:cNvPr id="35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26184883" y="27169042"/>
            <a:ext cx="16795580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References</a:t>
            </a:r>
            <a:endParaRPr lang="en-US" dirty="0"/>
          </a:p>
        </p:txBody>
      </p:sp>
      <p:sp>
        <p:nvSpPr>
          <p:cNvPr id="15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944219" y="18684592"/>
            <a:ext cx="24268248" cy="1399212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Results</a:t>
            </a:r>
            <a:endParaRPr lang="en-US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09AAA39-4556-4D8E-B836-E1DAC272FC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271" y="105074"/>
            <a:ext cx="30898660" cy="2169509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8431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EC0BF8F-9935-4686-99A9-D469176633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96271" y="2329626"/>
            <a:ext cx="30898660" cy="155312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632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authors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DB3A264-954A-4540-B82D-2CA06F41A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271" y="3937794"/>
            <a:ext cx="30898660" cy="119748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515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affiliations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5BBD647-7E67-44DE-9362-A8FB1EF302C5}"/>
              </a:ext>
            </a:extLst>
          </p:cNvPr>
          <p:cNvSpPr/>
          <p:nvPr userDrawn="1"/>
        </p:nvSpPr>
        <p:spPr>
          <a:xfrm>
            <a:off x="19116" y="2550945"/>
            <a:ext cx="6496270" cy="1204342"/>
          </a:xfrm>
          <a:prstGeom prst="rect">
            <a:avLst/>
          </a:prstGeom>
        </p:spPr>
        <p:txBody>
          <a:bodyPr vert="horz" anchor="ctr"/>
          <a:lstStyle/>
          <a:p>
            <a:pPr lvl="0" indent="0" algn="ctr">
              <a:spcBef>
                <a:spcPct val="20000"/>
              </a:spcBef>
              <a:buFont typeface="Arial"/>
              <a:buNone/>
            </a:pPr>
            <a:r>
              <a:rPr lang="en-US" sz="5151" baseline="0" dirty="0">
                <a:solidFill>
                  <a:schemeClr val="bg1"/>
                </a:solidFill>
              </a:rPr>
              <a:t>POSTER NUMBER</a:t>
            </a:r>
          </a:p>
        </p:txBody>
      </p:sp>
      <p:sp>
        <p:nvSpPr>
          <p:cNvPr id="20" name="Bildplatzhalter 5">
            <a:extLst>
              <a:ext uri="{FF2B5EF4-FFF2-40B4-BE49-F238E27FC236}">
                <a16:creationId xmlns:a16="http://schemas.microsoft.com/office/drawing/2014/main" id="{6B551D59-9F5B-4576-8ACB-A68398FE1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7896304" y="758533"/>
            <a:ext cx="4895147" cy="381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8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Logo</a:t>
            </a:r>
          </a:p>
        </p:txBody>
      </p:sp>
      <p:sp>
        <p:nvSpPr>
          <p:cNvPr id="27" name="Content Placeholder 27">
            <a:extLst>
              <a:ext uri="{FF2B5EF4-FFF2-40B4-BE49-F238E27FC236}">
                <a16:creationId xmlns:a16="http://schemas.microsoft.com/office/drawing/2014/main" id="{712EF30D-EE91-4D79-9EDC-995C01D53FF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9621" y="7782486"/>
            <a:ext cx="20609781" cy="5218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0" name="Content Placeholder 27">
            <a:extLst>
              <a:ext uri="{FF2B5EF4-FFF2-40B4-BE49-F238E27FC236}">
                <a16:creationId xmlns:a16="http://schemas.microsoft.com/office/drawing/2014/main" id="{5AFD03C1-EF92-4E49-83FC-4233EE2AECF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2483168" y="7733796"/>
            <a:ext cx="20542761" cy="5218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2" name="Content Placeholder 27">
            <a:extLst>
              <a:ext uri="{FF2B5EF4-FFF2-40B4-BE49-F238E27FC236}">
                <a16:creationId xmlns:a16="http://schemas.microsoft.com/office/drawing/2014/main" id="{D337F9FD-5C9B-4218-BC7A-0F1B8756FEB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9621" y="14907653"/>
            <a:ext cx="20609781" cy="321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/>
          <a:lstStyle>
            <a:lvl1pPr marL="0" indent="0">
              <a:buNone/>
              <a:defRPr sz="3279" baseline="0"/>
            </a:lvl1pPr>
          </a:lstStyle>
          <a:p>
            <a:pPr lvl="0"/>
            <a:r>
              <a:rPr lang="en-US" sz="3279" dirty="0"/>
              <a:t>Insert content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9EF26DD-F5DC-44BC-A5F7-1F9A731DF4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9686" y="6358976"/>
            <a:ext cx="42036245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Introduction/Abstract</a:t>
            </a:r>
            <a:endParaRPr lang="en-US" dirty="0"/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DFA0207F-1DBB-4EED-8FBE-20DE0B03306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9683" y="13482401"/>
            <a:ext cx="42019580" cy="1344675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txBody>
          <a:bodyPr vert="horz" anchor="ctr"/>
          <a:lstStyle>
            <a:lvl1pPr marL="0" indent="0" algn="ctr">
              <a:buNone/>
              <a:defRPr sz="4683" b="1" u="none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z="4683" dirty="0"/>
              <a:t>(Insert)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E207E6D-D5F4-4842-A41C-96EBAA945EBC}"/>
              </a:ext>
            </a:extLst>
          </p:cNvPr>
          <p:cNvSpPr/>
          <p:nvPr userDrawn="1"/>
        </p:nvSpPr>
        <p:spPr>
          <a:xfrm>
            <a:off x="22480859" y="6275417"/>
            <a:ext cx="20339824" cy="254319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7051" tIns="53526" rIns="107051" bIns="535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de-DE" sz="7728">
              <a:solidFill>
                <a:schemeClr val="dk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43891200" cy="51744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728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8B77BE-7691-47CD-BE3D-D7E5C39D8D2C}"/>
              </a:ext>
            </a:extLst>
          </p:cNvPr>
          <p:cNvSpPr/>
          <p:nvPr userDrawn="1"/>
        </p:nvSpPr>
        <p:spPr>
          <a:xfrm>
            <a:off x="1070519" y="6275417"/>
            <a:ext cx="20339824" cy="254319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7728"/>
          </a:p>
        </p:txBody>
      </p:sp>
    </p:spTree>
    <p:extLst>
      <p:ext uri="{BB962C8B-B14F-4D97-AF65-F5344CB8AC3E}">
        <p14:creationId xmlns:p14="http://schemas.microsoft.com/office/powerpoint/2010/main" val="391271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9" r:id="rId2"/>
    <p:sldLayoutId id="2147483689" r:id="rId3"/>
  </p:sldLayoutIdLst>
  <p:txStyles>
    <p:titleStyle>
      <a:lvl1pPr algn="ctr" defTabSz="1957580" rtl="0" eaLnBrk="1" latinLnBrk="0" hangingPunct="1">
        <a:spcBef>
          <a:spcPct val="0"/>
        </a:spcBef>
        <a:buNone/>
        <a:defRPr sz="18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8186" indent="-1468186" algn="l" defTabSz="1957580" rtl="0" eaLnBrk="1" latinLnBrk="0" hangingPunct="1">
        <a:spcBef>
          <a:spcPct val="20000"/>
        </a:spcBef>
        <a:buFont typeface="Arial"/>
        <a:buChar char="•"/>
        <a:defRPr sz="13697" kern="1200">
          <a:solidFill>
            <a:schemeClr val="tx1"/>
          </a:solidFill>
          <a:latin typeface="+mn-lt"/>
          <a:ea typeface="+mn-ea"/>
          <a:cs typeface="+mn-cs"/>
        </a:defRPr>
      </a:lvl1pPr>
      <a:lvl2pPr marL="3181068" indent="-1223488" algn="l" defTabSz="1957580" rtl="0" eaLnBrk="1" latinLnBrk="0" hangingPunct="1">
        <a:spcBef>
          <a:spcPct val="20000"/>
        </a:spcBef>
        <a:buFont typeface="Arial"/>
        <a:buChar char="–"/>
        <a:defRPr sz="11942" kern="1200">
          <a:solidFill>
            <a:schemeClr val="tx1"/>
          </a:solidFill>
          <a:latin typeface="+mn-lt"/>
          <a:ea typeface="+mn-ea"/>
          <a:cs typeface="+mn-cs"/>
        </a:defRPr>
      </a:lvl2pPr>
      <a:lvl3pPr marL="4893953" indent="-978791" algn="l" defTabSz="1957580" rtl="0" eaLnBrk="1" latinLnBrk="0" hangingPunct="1">
        <a:spcBef>
          <a:spcPct val="20000"/>
        </a:spcBef>
        <a:buFont typeface="Arial"/>
        <a:buChar char="•"/>
        <a:defRPr sz="10302" kern="1200">
          <a:solidFill>
            <a:schemeClr val="tx1"/>
          </a:solidFill>
          <a:latin typeface="+mn-lt"/>
          <a:ea typeface="+mn-ea"/>
          <a:cs typeface="+mn-cs"/>
        </a:defRPr>
      </a:lvl3pPr>
      <a:lvl4pPr marL="6851532" indent="-978791" algn="l" defTabSz="1957580" rtl="0" eaLnBrk="1" latinLnBrk="0" hangingPunct="1">
        <a:spcBef>
          <a:spcPct val="20000"/>
        </a:spcBef>
        <a:buFont typeface="Arial"/>
        <a:buChar char="–"/>
        <a:defRPr sz="8546" kern="1200">
          <a:solidFill>
            <a:schemeClr val="tx1"/>
          </a:solidFill>
          <a:latin typeface="+mn-lt"/>
          <a:ea typeface="+mn-ea"/>
          <a:cs typeface="+mn-cs"/>
        </a:defRPr>
      </a:lvl4pPr>
      <a:lvl5pPr marL="8809113" indent="-978791" algn="l" defTabSz="1957580" rtl="0" eaLnBrk="1" latinLnBrk="0" hangingPunct="1">
        <a:spcBef>
          <a:spcPct val="20000"/>
        </a:spcBef>
        <a:buFont typeface="Arial"/>
        <a:buChar char="»"/>
        <a:defRPr sz="8546" kern="1200">
          <a:solidFill>
            <a:schemeClr val="tx1"/>
          </a:solidFill>
          <a:latin typeface="+mn-lt"/>
          <a:ea typeface="+mn-ea"/>
          <a:cs typeface="+mn-cs"/>
        </a:defRPr>
      </a:lvl5pPr>
      <a:lvl6pPr marL="1076669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6pPr>
      <a:lvl7pPr marL="1272427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7pPr>
      <a:lvl8pPr marL="1468185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8pPr>
      <a:lvl9pPr marL="1663943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1pPr>
      <a:lvl2pPr marL="195758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2pPr>
      <a:lvl3pPr marL="3915161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3pPr>
      <a:lvl4pPr marL="5872742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4pPr>
      <a:lvl5pPr marL="7830323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5pPr>
      <a:lvl6pPr marL="9787905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6pPr>
      <a:lvl7pPr marL="1174548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7pPr>
      <a:lvl8pPr marL="1370306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8pPr>
      <a:lvl9pPr marL="15660647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"/>
            <a:ext cx="43891200" cy="5229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728"/>
          </a:p>
        </p:txBody>
      </p:sp>
    </p:spTree>
    <p:extLst>
      <p:ext uri="{BB962C8B-B14F-4D97-AF65-F5344CB8AC3E}">
        <p14:creationId xmlns:p14="http://schemas.microsoft.com/office/powerpoint/2010/main" val="79083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86" r:id="rId3"/>
  </p:sldLayoutIdLst>
  <p:txStyles>
    <p:titleStyle>
      <a:lvl1pPr algn="ctr" defTabSz="1957580" rtl="0" eaLnBrk="1" latinLnBrk="0" hangingPunct="1">
        <a:spcBef>
          <a:spcPct val="0"/>
        </a:spcBef>
        <a:buNone/>
        <a:defRPr sz="18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8186" indent="-1468186" algn="l" defTabSz="1957580" rtl="0" eaLnBrk="1" latinLnBrk="0" hangingPunct="1">
        <a:spcBef>
          <a:spcPct val="20000"/>
        </a:spcBef>
        <a:buFont typeface="Arial"/>
        <a:buChar char="•"/>
        <a:defRPr sz="13697" kern="1200">
          <a:solidFill>
            <a:schemeClr val="tx1"/>
          </a:solidFill>
          <a:latin typeface="+mn-lt"/>
          <a:ea typeface="+mn-ea"/>
          <a:cs typeface="+mn-cs"/>
        </a:defRPr>
      </a:lvl1pPr>
      <a:lvl2pPr marL="3181068" indent="-1223488" algn="l" defTabSz="1957580" rtl="0" eaLnBrk="1" latinLnBrk="0" hangingPunct="1">
        <a:spcBef>
          <a:spcPct val="20000"/>
        </a:spcBef>
        <a:buFont typeface="Arial"/>
        <a:buChar char="–"/>
        <a:defRPr sz="11942" kern="1200">
          <a:solidFill>
            <a:schemeClr val="tx1"/>
          </a:solidFill>
          <a:latin typeface="+mn-lt"/>
          <a:ea typeface="+mn-ea"/>
          <a:cs typeface="+mn-cs"/>
        </a:defRPr>
      </a:lvl2pPr>
      <a:lvl3pPr marL="4893953" indent="-978791" algn="l" defTabSz="1957580" rtl="0" eaLnBrk="1" latinLnBrk="0" hangingPunct="1">
        <a:spcBef>
          <a:spcPct val="20000"/>
        </a:spcBef>
        <a:buFont typeface="Arial"/>
        <a:buChar char="•"/>
        <a:defRPr sz="10302" kern="1200">
          <a:solidFill>
            <a:schemeClr val="tx1"/>
          </a:solidFill>
          <a:latin typeface="+mn-lt"/>
          <a:ea typeface="+mn-ea"/>
          <a:cs typeface="+mn-cs"/>
        </a:defRPr>
      </a:lvl3pPr>
      <a:lvl4pPr marL="6851532" indent="-978791" algn="l" defTabSz="1957580" rtl="0" eaLnBrk="1" latinLnBrk="0" hangingPunct="1">
        <a:spcBef>
          <a:spcPct val="20000"/>
        </a:spcBef>
        <a:buFont typeface="Arial"/>
        <a:buChar char="–"/>
        <a:defRPr sz="8546" kern="1200">
          <a:solidFill>
            <a:schemeClr val="tx1"/>
          </a:solidFill>
          <a:latin typeface="+mn-lt"/>
          <a:ea typeface="+mn-ea"/>
          <a:cs typeface="+mn-cs"/>
        </a:defRPr>
      </a:lvl4pPr>
      <a:lvl5pPr marL="8809113" indent="-978791" algn="l" defTabSz="1957580" rtl="0" eaLnBrk="1" latinLnBrk="0" hangingPunct="1">
        <a:spcBef>
          <a:spcPct val="20000"/>
        </a:spcBef>
        <a:buFont typeface="Arial"/>
        <a:buChar char="»"/>
        <a:defRPr sz="8546" kern="1200">
          <a:solidFill>
            <a:schemeClr val="tx1"/>
          </a:solidFill>
          <a:latin typeface="+mn-lt"/>
          <a:ea typeface="+mn-ea"/>
          <a:cs typeface="+mn-cs"/>
        </a:defRPr>
      </a:lvl5pPr>
      <a:lvl6pPr marL="1076669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6pPr>
      <a:lvl7pPr marL="1272427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7pPr>
      <a:lvl8pPr marL="1468185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8pPr>
      <a:lvl9pPr marL="1663943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1pPr>
      <a:lvl2pPr marL="195758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2pPr>
      <a:lvl3pPr marL="3915161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3pPr>
      <a:lvl4pPr marL="5872742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4pPr>
      <a:lvl5pPr marL="7830323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5pPr>
      <a:lvl6pPr marL="9787905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6pPr>
      <a:lvl7pPr marL="1174548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7pPr>
      <a:lvl8pPr marL="1370306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8pPr>
      <a:lvl9pPr marL="15660647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BABF35F-AA29-4D0D-B8A3-FEBA42A60C03}"/>
              </a:ext>
            </a:extLst>
          </p:cNvPr>
          <p:cNvSpPr/>
          <p:nvPr userDrawn="1"/>
        </p:nvSpPr>
        <p:spPr>
          <a:xfrm>
            <a:off x="0" y="0"/>
            <a:ext cx="43891200" cy="51744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728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1" r:id="rId2"/>
    <p:sldLayoutId id="2147483687" r:id="rId3"/>
  </p:sldLayoutIdLst>
  <p:txStyles>
    <p:titleStyle>
      <a:lvl1pPr algn="ctr" defTabSz="1957580" rtl="0" eaLnBrk="1" latinLnBrk="0" hangingPunct="1">
        <a:spcBef>
          <a:spcPct val="0"/>
        </a:spcBef>
        <a:buNone/>
        <a:defRPr sz="18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8186" indent="-1468186" algn="l" defTabSz="1957580" rtl="0" eaLnBrk="1" latinLnBrk="0" hangingPunct="1">
        <a:spcBef>
          <a:spcPct val="20000"/>
        </a:spcBef>
        <a:buFont typeface="Arial"/>
        <a:buChar char="•"/>
        <a:defRPr sz="13697" kern="1200">
          <a:solidFill>
            <a:schemeClr val="tx1"/>
          </a:solidFill>
          <a:latin typeface="+mn-lt"/>
          <a:ea typeface="+mn-ea"/>
          <a:cs typeface="+mn-cs"/>
        </a:defRPr>
      </a:lvl1pPr>
      <a:lvl2pPr marL="3181068" indent="-1223488" algn="l" defTabSz="1957580" rtl="0" eaLnBrk="1" latinLnBrk="0" hangingPunct="1">
        <a:spcBef>
          <a:spcPct val="20000"/>
        </a:spcBef>
        <a:buFont typeface="Arial"/>
        <a:buChar char="–"/>
        <a:defRPr sz="11942" kern="1200">
          <a:solidFill>
            <a:schemeClr val="tx1"/>
          </a:solidFill>
          <a:latin typeface="+mn-lt"/>
          <a:ea typeface="+mn-ea"/>
          <a:cs typeface="+mn-cs"/>
        </a:defRPr>
      </a:lvl2pPr>
      <a:lvl3pPr marL="4893953" indent="-978791" algn="l" defTabSz="1957580" rtl="0" eaLnBrk="1" latinLnBrk="0" hangingPunct="1">
        <a:spcBef>
          <a:spcPct val="20000"/>
        </a:spcBef>
        <a:buFont typeface="Arial"/>
        <a:buChar char="•"/>
        <a:defRPr sz="10302" kern="1200">
          <a:solidFill>
            <a:schemeClr val="tx1"/>
          </a:solidFill>
          <a:latin typeface="+mn-lt"/>
          <a:ea typeface="+mn-ea"/>
          <a:cs typeface="+mn-cs"/>
        </a:defRPr>
      </a:lvl3pPr>
      <a:lvl4pPr marL="6851532" indent="-978791" algn="l" defTabSz="1957580" rtl="0" eaLnBrk="1" latinLnBrk="0" hangingPunct="1">
        <a:spcBef>
          <a:spcPct val="20000"/>
        </a:spcBef>
        <a:buFont typeface="Arial"/>
        <a:buChar char="–"/>
        <a:defRPr sz="8546" kern="1200">
          <a:solidFill>
            <a:schemeClr val="tx1"/>
          </a:solidFill>
          <a:latin typeface="+mn-lt"/>
          <a:ea typeface="+mn-ea"/>
          <a:cs typeface="+mn-cs"/>
        </a:defRPr>
      </a:lvl4pPr>
      <a:lvl5pPr marL="8809113" indent="-978791" algn="l" defTabSz="1957580" rtl="0" eaLnBrk="1" latinLnBrk="0" hangingPunct="1">
        <a:spcBef>
          <a:spcPct val="20000"/>
        </a:spcBef>
        <a:buFont typeface="Arial"/>
        <a:buChar char="»"/>
        <a:defRPr sz="8546" kern="1200">
          <a:solidFill>
            <a:schemeClr val="tx1"/>
          </a:solidFill>
          <a:latin typeface="+mn-lt"/>
          <a:ea typeface="+mn-ea"/>
          <a:cs typeface="+mn-cs"/>
        </a:defRPr>
      </a:lvl5pPr>
      <a:lvl6pPr marL="1076669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6pPr>
      <a:lvl7pPr marL="12724275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7pPr>
      <a:lvl8pPr marL="1468185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8pPr>
      <a:lvl9pPr marL="16639436" indent="-978791" algn="l" defTabSz="1957580" rtl="0" eaLnBrk="1" latinLnBrk="0" hangingPunct="1">
        <a:spcBef>
          <a:spcPct val="20000"/>
        </a:spcBef>
        <a:buFont typeface="Arial"/>
        <a:buChar char="•"/>
        <a:defRPr sz="85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1pPr>
      <a:lvl2pPr marL="1957580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2pPr>
      <a:lvl3pPr marL="3915161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3pPr>
      <a:lvl4pPr marL="5872742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4pPr>
      <a:lvl5pPr marL="7830323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5pPr>
      <a:lvl6pPr marL="9787905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6pPr>
      <a:lvl7pPr marL="1174548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7pPr>
      <a:lvl8pPr marL="13703066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8pPr>
      <a:lvl9pPr marL="15660647" algn="l" defTabSz="1957580" rtl="0" eaLnBrk="1" latinLnBrk="0" hangingPunct="1">
        <a:defRPr sz="7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emf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emf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Content Placeholder 1026">
            <a:extLst>
              <a:ext uri="{FF2B5EF4-FFF2-40B4-BE49-F238E27FC236}">
                <a16:creationId xmlns:a16="http://schemas.microsoft.com/office/drawing/2014/main" id="{B53822E1-387D-3996-332D-0A745ED47B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94849" y="27229403"/>
            <a:ext cx="20296122" cy="4465159"/>
          </a:xfrm>
          <a:prstGeom prst="rect">
            <a:avLst/>
          </a:prstGeom>
          <a:ln>
            <a:noFill/>
          </a:ln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EEE7C8FF-C368-E24B-19CB-2F32224D1C40}"/>
              </a:ext>
            </a:extLst>
          </p:cNvPr>
          <p:cNvGrpSpPr/>
          <p:nvPr/>
        </p:nvGrpSpPr>
        <p:grpSpPr>
          <a:xfrm>
            <a:off x="22919638" y="26998424"/>
            <a:ext cx="19467377" cy="1529867"/>
            <a:chOff x="-2187398" y="3862372"/>
            <a:chExt cx="11409673" cy="900983"/>
          </a:xfrm>
        </p:grpSpPr>
        <p:pic>
          <p:nvPicPr>
            <p:cNvPr id="1034" name="Grafik 1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311F81C6-8CFE-9E01-265C-33E250519A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734" r="21770" b="13328"/>
            <a:stretch/>
          </p:blipFill>
          <p:spPr>
            <a:xfrm>
              <a:off x="7735824" y="3862372"/>
              <a:ext cx="1486451" cy="900983"/>
            </a:xfrm>
            <a:prstGeom prst="rect">
              <a:avLst/>
            </a:prstGeom>
          </p:spPr>
        </p:pic>
        <p:pic>
          <p:nvPicPr>
            <p:cNvPr id="1035" name="Grafik 2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E60357EF-5456-EE6B-74BA-EF6F0E31F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713" y="3862372"/>
              <a:ext cx="1900110" cy="811023"/>
            </a:xfrm>
            <a:prstGeom prst="rect">
              <a:avLst/>
            </a:prstGeom>
          </p:spPr>
        </p:pic>
        <p:pic>
          <p:nvPicPr>
            <p:cNvPr id="1036" name="Grafik 4">
              <a:extLst>
                <a:ext uri="{FF2B5EF4-FFF2-40B4-BE49-F238E27FC236}">
                  <a16:creationId xmlns:a16="http://schemas.microsoft.com/office/drawing/2014/main" id="{83E3DD04-33A1-3DCF-6C2E-37F2F5AFC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187398" y="4007520"/>
              <a:ext cx="2049177" cy="665875"/>
            </a:xfrm>
            <a:prstGeom prst="rect">
              <a:avLst/>
            </a:prstGeom>
          </p:spPr>
        </p:pic>
        <p:pic>
          <p:nvPicPr>
            <p:cNvPr id="1037" name="Grafik 5">
              <a:extLst>
                <a:ext uri="{FF2B5EF4-FFF2-40B4-BE49-F238E27FC236}">
                  <a16:creationId xmlns:a16="http://schemas.microsoft.com/office/drawing/2014/main" id="{620A506E-6AEB-9D4D-9AE8-FFDDE5702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004" y="3988095"/>
              <a:ext cx="1383864" cy="685300"/>
            </a:xfrm>
            <a:prstGeom prst="rect">
              <a:avLst/>
            </a:prstGeom>
          </p:spPr>
        </p:pic>
        <p:pic>
          <p:nvPicPr>
            <p:cNvPr id="1038" name="Grafik 6">
              <a:extLst>
                <a:ext uri="{FF2B5EF4-FFF2-40B4-BE49-F238E27FC236}">
                  <a16:creationId xmlns:a16="http://schemas.microsoft.com/office/drawing/2014/main" id="{BF302C8F-D776-2C51-7DDB-E5A2FF6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577917" y="3992474"/>
              <a:ext cx="1900110" cy="658874"/>
            </a:xfrm>
            <a:prstGeom prst="rect">
              <a:avLst/>
            </a:prstGeom>
          </p:spPr>
        </p:pic>
        <p:pic>
          <p:nvPicPr>
            <p:cNvPr id="1039" name="Grafik 7">
              <a:extLst>
                <a:ext uri="{FF2B5EF4-FFF2-40B4-BE49-F238E27FC236}">
                  <a16:creationId xmlns:a16="http://schemas.microsoft.com/office/drawing/2014/main" id="{67EB4010-0BAA-C671-E8C4-8216809E6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65269" y="3981261"/>
              <a:ext cx="698968" cy="698967"/>
            </a:xfrm>
            <a:prstGeom prst="rect">
              <a:avLst/>
            </a:prstGeom>
          </p:spPr>
        </p:pic>
        <p:pic>
          <p:nvPicPr>
            <p:cNvPr id="1040" name="Grafik 8">
              <a:extLst>
                <a:ext uri="{FF2B5EF4-FFF2-40B4-BE49-F238E27FC236}">
                  <a16:creationId xmlns:a16="http://schemas.microsoft.com/office/drawing/2014/main" id="{814A0911-56D0-659B-FC7B-E9C4960DD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02616" y="3988973"/>
              <a:ext cx="1091178" cy="665876"/>
            </a:xfrm>
            <a:prstGeom prst="rect">
              <a:avLst/>
            </a:prstGeom>
          </p:spPr>
        </p:pic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A22FE90-D6A2-6CF0-D6CD-3C2DE580B7BB}"/>
              </a:ext>
            </a:extLst>
          </p:cNvPr>
          <p:cNvSpPr txBox="1"/>
          <p:nvPr/>
        </p:nvSpPr>
        <p:spPr>
          <a:xfrm>
            <a:off x="22483582" y="20595370"/>
            <a:ext cx="20303714" cy="61657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TW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en-US" altLang="zh-TW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 of Biomedical Physics, Department of Physics, School of Natural Sciences, TUM</a:t>
            </a:r>
            <a:endParaRPr kumimoji="1" lang="en-US" altLang="zh-TW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1" lang="en-US" altLang="zh-TW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en-US" altLang="zh-TW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Munich Institute of Biomedical Engineering (MIBE), TUM</a:t>
            </a:r>
            <a:endParaRPr lang="en-GB" sz="3200" baseline="30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1" lang="en-US" altLang="zh-TW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 for Diagnostic and Interventional Radiology, TUM University Hospital</a:t>
            </a:r>
            <a:endParaRPr kumimoji="1" lang="en-US" altLang="zh-TW" sz="3200" baseline="30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1" lang="en-US" altLang="zh-TW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zh-TW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 for AI in Healthcare and Medicine, Institute for AI and Informatics, TUM University Hospital</a:t>
            </a:r>
            <a:endParaRPr kumimoji="1" lang="en-US" altLang="zh-TW" sz="3200" baseline="30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kumimoji="1" lang="en-US" altLang="zh-TW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Munich </a:t>
            </a:r>
            <a:r>
              <a:rPr lang="en-GB" sz="3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Machine Learning (MCML), TUM</a:t>
            </a:r>
          </a:p>
          <a:p>
            <a:pPr algn="just"/>
            <a:endParaRPr lang="en-GB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kumimoji="1" lang="en-GB" altLang="zh-TW" sz="3200" baseline="30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support through the European Research Council (ERC Smart Detectors for Darkfield X-ray Imaging, </a:t>
            </a:r>
            <a:r>
              <a:rPr lang="en-GB" sz="3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SyG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101167328), and the Free State of Bavaria under the Excellence Strategy of the Federal Government and the States,  as well as by the Technical University of Munich (TUM) – Institute for Advanced Study (IAS).	</a:t>
            </a:r>
          </a:p>
          <a:p>
            <a:pPr algn="just"/>
            <a:endParaRPr lang="en-GB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Equal contribution  </a:t>
            </a:r>
            <a:r>
              <a:rPr lang="en-DE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✉ tina.dorosti@tum.de</a:t>
            </a:r>
            <a:endParaRPr lang="en-GB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kumimoji="1" lang="zh-TW" altLang="en-US" sz="3200" baseline="30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9" name="Content Placeholder 1028">
            <a:extLst>
              <a:ext uri="{FF2B5EF4-FFF2-40B4-BE49-F238E27FC236}">
                <a16:creationId xmlns:a16="http://schemas.microsoft.com/office/drawing/2014/main" id="{AA521369-F3A1-E692-C575-10452040EF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2754" y="20489319"/>
            <a:ext cx="15359164" cy="6582499"/>
          </a:xfrm>
          <a:prstGeom prst="rect">
            <a:avLst/>
          </a:prstGeom>
          <a:ln>
            <a:noFill/>
          </a:ln>
        </p:spPr>
      </p:pic>
      <p:sp>
        <p:nvSpPr>
          <p:cNvPr id="1064" name="Textplatzhalter 6">
            <a:extLst>
              <a:ext uri="{FF2B5EF4-FFF2-40B4-BE49-F238E27FC236}">
                <a16:creationId xmlns:a16="http://schemas.microsoft.com/office/drawing/2014/main" id="{B0A9AD92-D5BB-5726-6F83-5FE5BEF773A1}"/>
              </a:ext>
            </a:extLst>
          </p:cNvPr>
          <p:cNvSpPr txBox="1">
            <a:spLocks/>
          </p:cNvSpPr>
          <p:nvPr/>
        </p:nvSpPr>
        <p:spPr>
          <a:xfrm>
            <a:off x="152405" y="1062994"/>
            <a:ext cx="43738796" cy="6597789"/>
          </a:xfrm>
          <a:prstGeom prst="rect">
            <a:avLst/>
          </a:prstGeom>
          <a:solidFill>
            <a:srgbClr val="1B3D5C"/>
          </a:solidFill>
        </p:spPr>
        <p:txBody>
          <a:bodyPr vert="horz" anchor="ctr"/>
          <a:lstStyle>
            <a:lvl1pPr marL="0" indent="0" algn="ctr" defTabSz="1957580" rtl="0" eaLnBrk="1" latinLnBrk="0" hangingPunct="1">
              <a:spcBef>
                <a:spcPct val="20000"/>
              </a:spcBef>
              <a:buFont typeface="Arial"/>
              <a:buNone/>
              <a:defRPr sz="8431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81068" indent="-1223488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119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93953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10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1532" indent="-978791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09113" indent="-978791" algn="l" defTabSz="1957580" rtl="0" eaLnBrk="1" latinLnBrk="0" hangingPunct="1">
              <a:spcBef>
                <a:spcPct val="20000"/>
              </a:spcBef>
              <a:buFont typeface="Arial"/>
              <a:buChar char="»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6669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72427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8185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3943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215"/>
              </a:lnSpc>
            </a:pP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C96B74C-82BC-424D-B7CD-FDD915A377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889" y="9865921"/>
            <a:ext cx="20339824" cy="8555928"/>
          </a:xfrm>
          <a:ln>
            <a:noFill/>
          </a:ln>
        </p:spPr>
        <p:txBody>
          <a:bodyPr/>
          <a:lstStyle/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clinical dark-field CT scanner (DFCT) enables attenuation- and small-angle scatter-based imaging of human-scale phantoms. 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the scanner’s vibrating Talbot-Lau grating interferometer, images suffer from inherent streak artifacts [1].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work, DFCT data is processed by re-purposing the 3D Gaussian Splatting (3DGS) method, designed for rendering sparsely sampled X-ray attenuation data [2], and is compared against conventional filtering:</a:t>
            </a:r>
          </a:p>
          <a:p>
            <a:pPr marL="2817840" lvl="4" indent="-670914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Gaussian filter (</a:t>
            </a:r>
            <a:r>
              <a:rPr lang="en-US" sz="3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1.00)</a:t>
            </a:r>
          </a:p>
          <a:p>
            <a:pPr marL="2817840" lvl="4" indent="-670914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Bilateral filter (</a:t>
            </a:r>
            <a:r>
              <a:rPr lang="en-US" sz="3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36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5.60)</a:t>
            </a:r>
          </a:p>
          <a:p>
            <a:pPr marL="2817840" lvl="4" indent="-670914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Variation (TV) filter (</a:t>
            </a:r>
            <a:r>
              <a:rPr lang="en-US" sz="3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0.04)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AC93914-63DC-4A95-A7C8-DC9144E18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680042"/>
            <a:ext cx="43891199" cy="3578496"/>
          </a:xfrm>
          <a:solidFill>
            <a:srgbClr val="1B3D5C"/>
          </a:solidFill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Streak-reduction Human-scale Dark-field CT </a:t>
            </a:r>
          </a:p>
          <a:p>
            <a:pPr>
              <a:lnSpc>
                <a:spcPts val="8215"/>
              </a:lnSpc>
            </a:pP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with 3D Gaussian Splatting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804DDFF-8E04-4DAE-8BF7-A10ED9FEE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3283" y="5846582"/>
            <a:ext cx="39984634" cy="1440004"/>
          </a:xfrm>
        </p:spPr>
        <p:txBody>
          <a:bodyPr/>
          <a:lstStyle/>
          <a:p>
            <a:pPr algn="ctr"/>
            <a:r>
              <a:rPr lang="en-US" sz="4000" dirty="0">
                <a:latin typeface="Arial" panose="020B0604020202020204" pitchFamily="34" charset="0"/>
              </a:rPr>
              <a:t>✉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T. Dorosti*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D. Frey*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J. B. Thalhammer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J. F. Hilmer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P. Bleuel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S. Peterhansl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J. McGinnis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4,5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D. Rueckert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4,5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D. Pfeiffer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F. Pfeiffer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F. Schaff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3F8769B-49DB-46AD-A5CA-B23A43FB47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792" y="8835704"/>
            <a:ext cx="20339824" cy="1008506"/>
          </a:xfrm>
        </p:spPr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1A6D65C-ED01-49A6-A7E9-7BFBDE7B5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82035" y="16670840"/>
            <a:ext cx="20339824" cy="1008507"/>
          </a:xfrm>
        </p:spPr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7ABD8D0-6CA8-4F75-BF29-A039B21BE8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7889" y="16144363"/>
            <a:ext cx="20339824" cy="1008506"/>
          </a:xfrm>
        </p:spPr>
        <p:txBody>
          <a:bodyPr/>
          <a:lstStyle/>
          <a:p>
            <a:r>
              <a:rPr lang="en-US" noProof="0" dirty="0"/>
              <a:t>Results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553B17A-B856-4D0D-AFB5-BC7C20A3D3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485629" y="8832961"/>
            <a:ext cx="20339824" cy="1008506"/>
          </a:xfrm>
        </p:spPr>
        <p:txBody>
          <a:bodyPr/>
          <a:lstStyle/>
          <a:p>
            <a:r>
              <a:rPr lang="en-US" noProof="0" dirty="0"/>
              <a:t>Methods</a:t>
            </a:r>
          </a:p>
        </p:txBody>
      </p: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A4C9F9A0-4DFD-0D8F-7DDB-70784345FDF5}"/>
              </a:ext>
            </a:extLst>
          </p:cNvPr>
          <p:cNvGrpSpPr/>
          <p:nvPr/>
        </p:nvGrpSpPr>
        <p:grpSpPr>
          <a:xfrm>
            <a:off x="1067792" y="1547425"/>
            <a:ext cx="5115950" cy="2645343"/>
            <a:chOff x="1103908" y="1586365"/>
            <a:chExt cx="5115950" cy="264534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4F57069-DA95-9ED4-4472-EA73B329B79A}"/>
                </a:ext>
              </a:extLst>
            </p:cNvPr>
            <p:cNvSpPr/>
            <p:nvPr/>
          </p:nvSpPr>
          <p:spPr>
            <a:xfrm>
              <a:off x="1593062" y="1586365"/>
              <a:ext cx="4243105" cy="2645343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7343" tIns="53671" rIns="107343" bIns="536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186" dirty="0"/>
            </a:p>
          </p:txBody>
        </p:sp>
        <p:pic>
          <p:nvPicPr>
            <p:cNvPr id="1026" name="Picture 2" descr="CT Meeting 2026">
              <a:extLst>
                <a:ext uri="{FF2B5EF4-FFF2-40B4-BE49-F238E27FC236}">
                  <a16:creationId xmlns:a16="http://schemas.microsoft.com/office/drawing/2014/main" id="{B8D2B64C-B1F8-8D6C-5EEB-2522E9E72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908" y="1698225"/>
              <a:ext cx="5115950" cy="2418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61ECD12-D29E-AF21-2A5F-AD398D0589A0}"/>
              </a:ext>
            </a:extLst>
          </p:cNvPr>
          <p:cNvSpPr txBox="1"/>
          <p:nvPr/>
        </p:nvSpPr>
        <p:spPr>
          <a:xfrm>
            <a:off x="4224005" y="5803297"/>
            <a:ext cx="184731" cy="1659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86" dirty="0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EC88CB33-F710-F55C-EEAD-AD9D67CA353C}"/>
              </a:ext>
            </a:extLst>
          </p:cNvPr>
          <p:cNvSpPr txBox="1"/>
          <p:nvPr/>
        </p:nvSpPr>
        <p:spPr>
          <a:xfrm>
            <a:off x="22471885" y="17683670"/>
            <a:ext cx="20351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findings indicate that 3DGS outperforms conventional filtering in DFCT streak-reduction, preserving edge sharpness and a high CNR, a necessity for diagnostic accuracy in future clinical trials.</a:t>
            </a:r>
            <a:endParaRPr kumimoji="1" lang="en-US" altLang="zh-TW" sz="3600" b="1" dirty="0">
              <a:solidFill>
                <a:srgbClr val="1227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2" name="Textplatzhalter 11">
            <a:extLst>
              <a:ext uri="{FF2B5EF4-FFF2-40B4-BE49-F238E27FC236}">
                <a16:creationId xmlns:a16="http://schemas.microsoft.com/office/drawing/2014/main" id="{CC9680CA-D107-3F4E-24A1-CFEAB6F36728}"/>
              </a:ext>
            </a:extLst>
          </p:cNvPr>
          <p:cNvSpPr txBox="1">
            <a:spLocks/>
          </p:cNvSpPr>
          <p:nvPr/>
        </p:nvSpPr>
        <p:spPr>
          <a:xfrm>
            <a:off x="22487981" y="28607894"/>
            <a:ext cx="20339824" cy="1008506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 defTabSz="1667512" rtl="0" eaLnBrk="1" latinLnBrk="0" hangingPunct="1">
              <a:spcBef>
                <a:spcPct val="20000"/>
              </a:spcBef>
              <a:buFont typeface="Arial"/>
              <a:buNone/>
              <a:defRPr sz="3989" b="1" u="none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09706" indent="-1042194" algn="l" defTabSz="1667512" rtl="0" eaLnBrk="1" latinLnBrk="0" hangingPunct="1">
              <a:spcBef>
                <a:spcPct val="20000"/>
              </a:spcBef>
              <a:buFont typeface="Arial"/>
              <a:buChar char="–"/>
              <a:defRPr sz="101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68779" indent="-833756" algn="l" defTabSz="1667512" rtl="0" eaLnBrk="1" latinLnBrk="0" hangingPunct="1">
              <a:spcBef>
                <a:spcPct val="20000"/>
              </a:spcBef>
              <a:buFont typeface="Arial"/>
              <a:buChar char="•"/>
              <a:defRPr sz="87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6290" indent="-833756" algn="l" defTabSz="1667512" rtl="0" eaLnBrk="1" latinLnBrk="0" hangingPunct="1">
              <a:spcBef>
                <a:spcPct val="20000"/>
              </a:spcBef>
              <a:buFont typeface="Arial"/>
              <a:buChar char="–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03803" indent="-833756" algn="l" defTabSz="1667512" rtl="0" eaLnBrk="1" latinLnBrk="0" hangingPunct="1">
              <a:spcBef>
                <a:spcPct val="20000"/>
              </a:spcBef>
              <a:buFont typeface="Arial"/>
              <a:buChar char="»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71314" indent="-833756" algn="l" defTabSz="1667512" rtl="0" eaLnBrk="1" latinLnBrk="0" hangingPunct="1">
              <a:spcBef>
                <a:spcPct val="20000"/>
              </a:spcBef>
              <a:buFont typeface="Arial"/>
              <a:buChar char="•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38826" indent="-833756" algn="l" defTabSz="1667512" rtl="0" eaLnBrk="1" latinLnBrk="0" hangingPunct="1">
              <a:spcBef>
                <a:spcPct val="20000"/>
              </a:spcBef>
              <a:buFont typeface="Arial"/>
              <a:buChar char="•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506337" indent="-833756" algn="l" defTabSz="1667512" rtl="0" eaLnBrk="1" latinLnBrk="0" hangingPunct="1">
              <a:spcBef>
                <a:spcPct val="20000"/>
              </a:spcBef>
              <a:buFont typeface="Arial"/>
              <a:buChar char="•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173849" indent="-833756" algn="l" defTabSz="1667512" rtl="0" eaLnBrk="1" latinLnBrk="0" hangingPunct="1">
              <a:spcBef>
                <a:spcPct val="20000"/>
              </a:spcBef>
              <a:buFont typeface="Arial"/>
              <a:buChar char="•"/>
              <a:defRPr sz="72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683" dirty="0"/>
              <a:t>References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02FC720-DE5F-4B78-013A-8A3098169FC0}"/>
              </a:ext>
            </a:extLst>
          </p:cNvPr>
          <p:cNvSpPr txBox="1"/>
          <p:nvPr/>
        </p:nvSpPr>
        <p:spPr>
          <a:xfrm>
            <a:off x="22465524" y="29641700"/>
            <a:ext cx="203398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 </a:t>
            </a:r>
            <a:r>
              <a:rPr lang="en-GB" sz="3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Viermetz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“Dark-field computed tomography reaches the human scale,” </a:t>
            </a:r>
            <a:r>
              <a:rPr lang="en-GB" sz="32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PNAS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vol. 119, 2022.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 Zha et al., “R</a:t>
            </a:r>
            <a:r>
              <a:rPr lang="en-GB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-gaussian: Rectifying radiative gaussian splatting for tomographic reconstruction,” Advances in Neural Information Processing Systems, vol. 37, 2024.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4DDD3B6-9B54-2FB3-EDF7-676B6B65D77F}"/>
              </a:ext>
            </a:extLst>
          </p:cNvPr>
          <p:cNvSpPr/>
          <p:nvPr/>
        </p:nvSpPr>
        <p:spPr>
          <a:xfrm>
            <a:off x="-5634" y="-292607"/>
            <a:ext cx="1073426" cy="8565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8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54" name="Grafik 4">
            <a:extLst>
              <a:ext uri="{FF2B5EF4-FFF2-40B4-BE49-F238E27FC236}">
                <a16:creationId xmlns:a16="http://schemas.microsoft.com/office/drawing/2014/main" id="{6D322E2A-E25E-29AF-D126-A58371F02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45966"/>
          <a:stretch/>
        </p:blipFill>
        <p:spPr>
          <a:xfrm>
            <a:off x="38055030" y="1547425"/>
            <a:ext cx="4243105" cy="2539424"/>
          </a:xfrm>
          <a:prstGeom prst="rect">
            <a:avLst/>
          </a:prstGeom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FB6DBCC-2709-EE6B-6DC1-7352E26274F9}"/>
              </a:ext>
            </a:extLst>
          </p:cNvPr>
          <p:cNvSpPr/>
          <p:nvPr/>
        </p:nvSpPr>
        <p:spPr>
          <a:xfrm>
            <a:off x="42823405" y="-292606"/>
            <a:ext cx="1073426" cy="8537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8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A14FD294-613E-FCFB-13AF-777DF731BA86}"/>
              </a:ext>
            </a:extLst>
          </p:cNvPr>
          <p:cNvSpPr/>
          <p:nvPr/>
        </p:nvSpPr>
        <p:spPr>
          <a:xfrm rot="5400000">
            <a:off x="21319603" y="-21743059"/>
            <a:ext cx="1073426" cy="445536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86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96458C5C-F7DB-1F6E-5B26-2424A3EAA065}"/>
              </a:ext>
            </a:extLst>
          </p:cNvPr>
          <p:cNvSpPr/>
          <p:nvPr/>
        </p:nvSpPr>
        <p:spPr>
          <a:xfrm rot="5400000">
            <a:off x="21362745" y="-14034166"/>
            <a:ext cx="1163769" cy="445536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8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65" name="Picture Placeholder 61">
            <a:extLst>
              <a:ext uri="{FF2B5EF4-FFF2-40B4-BE49-F238E27FC236}">
                <a16:creationId xmlns:a16="http://schemas.microsoft.com/office/drawing/2014/main" id="{372B8C55-78B8-4646-B686-65BD09E0046E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218" t="2928" r="2065" b="3018"/>
          <a:stretch/>
        </p:blipFill>
        <p:spPr>
          <a:xfrm>
            <a:off x="22549940" y="11501342"/>
            <a:ext cx="20127595" cy="506544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66" name="TextBox 1065">
            <a:extLst>
              <a:ext uri="{FF2B5EF4-FFF2-40B4-BE49-F238E27FC236}">
                <a16:creationId xmlns:a16="http://schemas.microsoft.com/office/drawing/2014/main" id="{1992E8EC-450C-6458-E86E-EDDF67BD8A04}"/>
              </a:ext>
            </a:extLst>
          </p:cNvPr>
          <p:cNvSpPr txBox="1"/>
          <p:nvPr/>
        </p:nvSpPr>
        <p:spPr>
          <a:xfrm>
            <a:off x="22492688" y="9841126"/>
            <a:ext cx="202993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ventilated ex vivo porcine lung inside a </a:t>
            </a:r>
            <a:r>
              <a:rPr lang="en-GB" sz="3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Lungman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phantom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Measured at 20 randomly selected table positions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Reconstructed with FBP</a:t>
            </a:r>
          </a:p>
        </p:txBody>
      </p:sp>
      <p:sp>
        <p:nvSpPr>
          <p:cNvPr id="1068" name="Inhaltsplatzhalter 5">
            <a:extLst>
              <a:ext uri="{FF2B5EF4-FFF2-40B4-BE49-F238E27FC236}">
                <a16:creationId xmlns:a16="http://schemas.microsoft.com/office/drawing/2014/main" id="{D0CFDA1A-35F2-5D8D-B9D6-9E944E20172F}"/>
              </a:ext>
            </a:extLst>
          </p:cNvPr>
          <p:cNvSpPr txBox="1">
            <a:spLocks/>
          </p:cNvSpPr>
          <p:nvPr/>
        </p:nvSpPr>
        <p:spPr>
          <a:xfrm>
            <a:off x="1064714" y="17183934"/>
            <a:ext cx="20255245" cy="485628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 algn="l" defTabSz="1957580" rtl="0" eaLnBrk="1" latinLnBrk="0" hangingPunct="1">
              <a:spcBef>
                <a:spcPct val="20000"/>
              </a:spcBef>
              <a:buFont typeface="Arial"/>
              <a:buNone/>
              <a:defRPr sz="327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81068" indent="-1223488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119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93953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10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1532" indent="-978791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09113" indent="-978791" algn="l" defTabSz="1957580" rtl="0" eaLnBrk="1" latinLnBrk="0" hangingPunct="1">
              <a:spcBef>
                <a:spcPct val="20000"/>
              </a:spcBef>
              <a:buFont typeface="Arial"/>
              <a:buChar char="»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6669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72427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8185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3943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TV filter yields a higher CNR than the 3DGS method (CNR</a:t>
            </a:r>
            <a:r>
              <a:rPr lang="en-GB" sz="36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TV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8.09 ± 3.47, CNR</a:t>
            </a:r>
            <a:r>
              <a:rPr lang="en-GB" sz="36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3DGS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6.74 ± 2.51).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sharpness preserved with the 3DGS method is noticeable (FWHM</a:t>
            </a:r>
            <a:r>
              <a:rPr lang="en-GB" sz="36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TV 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15.80 ± 16.21, FWHM</a:t>
            </a:r>
            <a:r>
              <a:rPr lang="en-GB" sz="36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3DGS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10.06 ± 8.83).</a:t>
            </a:r>
          </a:p>
          <a:p>
            <a:pPr marL="670914" indent="-670914" algn="just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3DGS post-processing results in the best balance between contrast and sharpness.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Picture Placeholder 1070">
            <a:extLst>
              <a:ext uri="{FF2B5EF4-FFF2-40B4-BE49-F238E27FC236}">
                <a16:creationId xmlns:a16="http://schemas.microsoft.com/office/drawing/2014/main" id="{9BF35DB3-F6A4-CA57-F16D-D3E1C05E412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78" name="Textplatzhalter 10">
            <a:extLst>
              <a:ext uri="{FF2B5EF4-FFF2-40B4-BE49-F238E27FC236}">
                <a16:creationId xmlns:a16="http://schemas.microsoft.com/office/drawing/2014/main" id="{8B3715B9-07D3-3200-6C8E-F9BF878031AB}"/>
              </a:ext>
            </a:extLst>
          </p:cNvPr>
          <p:cNvSpPr txBox="1">
            <a:spLocks/>
          </p:cNvSpPr>
          <p:nvPr/>
        </p:nvSpPr>
        <p:spPr>
          <a:xfrm>
            <a:off x="22478321" y="19544128"/>
            <a:ext cx="20339824" cy="1008507"/>
          </a:xfrm>
          <a:prstGeom prst="rect">
            <a:avLst/>
          </a:prstGeom>
          <a:solidFill>
            <a:srgbClr val="F2F2F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anchor="ctr"/>
          <a:lstStyle>
            <a:lvl1pPr marL="0" indent="0" algn="ctr" defTabSz="1957580" rtl="0" eaLnBrk="1" latinLnBrk="0" hangingPunct="1">
              <a:spcBef>
                <a:spcPct val="20000"/>
              </a:spcBef>
              <a:buFont typeface="Arial"/>
              <a:buNone/>
              <a:defRPr sz="4683" b="1" u="none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181068" indent="-1223488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119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93953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10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1532" indent="-978791" algn="l" defTabSz="1957580" rtl="0" eaLnBrk="1" latinLnBrk="0" hangingPunct="1">
              <a:spcBef>
                <a:spcPct val="20000"/>
              </a:spcBef>
              <a:buFont typeface="Arial"/>
              <a:buChar char="–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09113" indent="-978791" algn="l" defTabSz="1957580" rtl="0" eaLnBrk="1" latinLnBrk="0" hangingPunct="1">
              <a:spcBef>
                <a:spcPct val="20000"/>
              </a:spcBef>
              <a:buFont typeface="Arial"/>
              <a:buChar char="»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6669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724275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8185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39436" indent="-978791" algn="l" defTabSz="1957580" rtl="0" eaLnBrk="1" latinLnBrk="0" hangingPunct="1">
              <a:spcBef>
                <a:spcPct val="20000"/>
              </a:spcBef>
              <a:buFont typeface="Arial"/>
              <a:buChar char="•"/>
              <a:defRPr sz="85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Affiliations and Acknowledgments</a:t>
            </a:r>
          </a:p>
        </p:txBody>
      </p:sp>
    </p:spTree>
    <p:extLst>
      <p:ext uri="{BB962C8B-B14F-4D97-AF65-F5344CB8AC3E}">
        <p14:creationId xmlns:p14="http://schemas.microsoft.com/office/powerpoint/2010/main" val="1779387297"/>
      </p:ext>
    </p:extLst>
  </p:cSld>
  <p:clrMapOvr>
    <a:masterClrMapping/>
  </p:clrMapOvr>
</p:sld>
</file>

<file path=ppt/theme/theme1.xml><?xml version="1.0" encoding="utf-8"?>
<a:theme xmlns:a="http://schemas.openxmlformats.org/drawingml/2006/main" name="2 Column">
  <a:themeElements>
    <a:clrScheme name="Smart Abstract">
      <a:dk1>
        <a:srgbClr val="224F76"/>
      </a:dk1>
      <a:lt1>
        <a:srgbClr val="FFFFFF"/>
      </a:lt1>
      <a:dk2>
        <a:srgbClr val="11273B"/>
      </a:dk2>
      <a:lt2>
        <a:srgbClr val="D8D8D8"/>
      </a:lt2>
      <a:accent1>
        <a:srgbClr val="11273B"/>
      </a:accent1>
      <a:accent2>
        <a:srgbClr val="193853"/>
      </a:accent2>
      <a:accent3>
        <a:srgbClr val="297FD5"/>
      </a:accent3>
      <a:accent4>
        <a:srgbClr val="0E57C4"/>
      </a:accent4>
      <a:accent5>
        <a:srgbClr val="5AA2AE"/>
      </a:accent5>
      <a:accent6>
        <a:srgbClr val="BE6513"/>
      </a:accent6>
      <a:hlink>
        <a:srgbClr val="0E57C4"/>
      </a:hlink>
      <a:folHlink>
        <a:srgbClr val="7F430C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31655131-AB8C-4F16-B8A4-60C358ECB9E5}"/>
    </a:ext>
  </a:extLst>
</a:theme>
</file>

<file path=ppt/theme/theme2.xml><?xml version="1.0" encoding="utf-8"?>
<a:theme xmlns:a="http://schemas.openxmlformats.org/drawingml/2006/main" name="3 Column">
  <a:themeElements>
    <a:clrScheme name="Smart Abstract">
      <a:dk1>
        <a:srgbClr val="224F76"/>
      </a:dk1>
      <a:lt1>
        <a:srgbClr val="FFFFFF"/>
      </a:lt1>
      <a:dk2>
        <a:srgbClr val="11273B"/>
      </a:dk2>
      <a:lt2>
        <a:srgbClr val="D8D8D8"/>
      </a:lt2>
      <a:accent1>
        <a:srgbClr val="11273B"/>
      </a:accent1>
      <a:accent2>
        <a:srgbClr val="193853"/>
      </a:accent2>
      <a:accent3>
        <a:srgbClr val="297FD5"/>
      </a:accent3>
      <a:accent4>
        <a:srgbClr val="0E57C4"/>
      </a:accent4>
      <a:accent5>
        <a:srgbClr val="5AA2AE"/>
      </a:accent5>
      <a:accent6>
        <a:srgbClr val="BE6513"/>
      </a:accent6>
      <a:hlink>
        <a:srgbClr val="0E57C4"/>
      </a:hlink>
      <a:folHlink>
        <a:srgbClr val="7F430C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5ED525C6-0C77-4D6B-BD68-26F521F66DD1}"/>
    </a:ext>
  </a:extLst>
</a:theme>
</file>

<file path=ppt/theme/theme3.xml><?xml version="1.0" encoding="utf-8"?>
<a:theme xmlns:a="http://schemas.openxmlformats.org/drawingml/2006/main" name="Mixed Column">
  <a:themeElements>
    <a:clrScheme name="Smart Abstract">
      <a:dk1>
        <a:srgbClr val="224F76"/>
      </a:dk1>
      <a:lt1>
        <a:srgbClr val="FFFFFF"/>
      </a:lt1>
      <a:dk2>
        <a:srgbClr val="11273B"/>
      </a:dk2>
      <a:lt2>
        <a:srgbClr val="D8D8D8"/>
      </a:lt2>
      <a:accent1>
        <a:srgbClr val="11273B"/>
      </a:accent1>
      <a:accent2>
        <a:srgbClr val="193853"/>
      </a:accent2>
      <a:accent3>
        <a:srgbClr val="297FD5"/>
      </a:accent3>
      <a:accent4>
        <a:srgbClr val="0E57C4"/>
      </a:accent4>
      <a:accent5>
        <a:srgbClr val="5AA2AE"/>
      </a:accent5>
      <a:accent6>
        <a:srgbClr val="BE6513"/>
      </a:accent6>
      <a:hlink>
        <a:srgbClr val="0E57C4"/>
      </a:hlink>
      <a:folHlink>
        <a:srgbClr val="7F430C"/>
      </a:folHlink>
    </a:clrScheme>
    <a:fontScheme name="Smart Abstract">
      <a:majorFont>
        <a:latin typeface="Arial Nova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oster Templates Smart Abstract" id="{9090CDEA-DCCE-4A27-84CC-10158F1D1AF8}" vid="{A046C049-BEEC-4103-973B-0855F84D45F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1710</TotalTime>
  <Words>461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Nova Light</vt:lpstr>
      <vt:lpstr>2 Column</vt:lpstr>
      <vt:lpstr>3 Column</vt:lpstr>
      <vt:lpstr>Mixed Column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Caroline Beddermann</dc:creator>
  <cp:lastModifiedBy>Tina Dorosti Nadeali</cp:lastModifiedBy>
  <cp:revision>73</cp:revision>
  <cp:lastPrinted>2026-05-14T09:36:58Z</cp:lastPrinted>
  <dcterms:created xsi:type="dcterms:W3CDTF">2020-04-27T15:44:51Z</dcterms:created>
  <dcterms:modified xsi:type="dcterms:W3CDTF">2026-05-14T09:37:01Z</dcterms:modified>
</cp:coreProperties>
</file>