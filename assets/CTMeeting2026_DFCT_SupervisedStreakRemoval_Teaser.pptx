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4821C-D2B3-657C-51EC-4274B6F6AFA6}" v="22" dt="2026-05-21T06:35:25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BDE934F-3E47-5162-80D4-72DA42915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401" y="-5602"/>
            <a:ext cx="121948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</cp:revision>
  <dcterms:created xsi:type="dcterms:W3CDTF">2026-05-21T06:16:46Z</dcterms:created>
  <dcterms:modified xsi:type="dcterms:W3CDTF">2026-05-21T06:37:09Z</dcterms:modified>
</cp:coreProperties>
</file>